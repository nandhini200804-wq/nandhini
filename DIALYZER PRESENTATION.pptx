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24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4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47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3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23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58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9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02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90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2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418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848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124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001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79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2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0EACA-B91D-4715-B5E4-BD9B2C0CE36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B9F767F-85CB-4BA9-9490-E2FE9711E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4DD8-E9D5-9BBE-FBD2-4A89777AE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468" y="754462"/>
            <a:ext cx="3987799" cy="1646302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DIALYZER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1AAA4-655B-9EDD-933A-27B36894F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7200" y="4050837"/>
            <a:ext cx="5096933" cy="10545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PRESENTED BY </a:t>
            </a:r>
          </a:p>
          <a:p>
            <a:r>
              <a:rPr lang="en-US" dirty="0"/>
              <a:t>NANDHINI.M</a:t>
            </a:r>
          </a:p>
          <a:p>
            <a:r>
              <a:rPr lang="en-US" dirty="0"/>
              <a:t>PARKAVI .G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04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80904-C78B-D06A-69BA-8DE3ACED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00741"/>
          </a:xfrm>
        </p:spPr>
        <p:txBody>
          <a:bodyPr/>
          <a:lstStyle/>
          <a:p>
            <a:r>
              <a:rPr lang="en-US" dirty="0"/>
              <a:t>                         DIALYZER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B07E5A-9420-BED3-63B3-2775919729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532" y="2181225"/>
            <a:ext cx="3742267" cy="332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76FC2A-5758-1C49-9BF4-8A81CBE4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67" y="1867921"/>
            <a:ext cx="658706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works like an artificial kidney.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A dialyzer is a medical device used in dialysis.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removes waste and extra water from blood.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when kidneys stop working properly.</a:t>
            </a:r>
          </a:p>
        </p:txBody>
      </p:sp>
    </p:spTree>
    <p:extLst>
      <p:ext uri="{BB962C8B-B14F-4D97-AF65-F5344CB8AC3E}">
        <p14:creationId xmlns:p14="http://schemas.microsoft.com/office/powerpoint/2010/main" val="247351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4F92-5C60-4C7B-8044-4BD18F5E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DIALYZER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04EE9A-1434-AA03-6034-F2DE2AD28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6334" y="3141305"/>
            <a:ext cx="69087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Coil dialyzer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 plate dialyzer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Hollow fiber dialyzer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plate dialyzer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8B408-D8BC-344E-4DF3-C6BA911B6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67" y="1767879"/>
            <a:ext cx="7763933" cy="472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5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C8A453-D61A-8680-861B-DA864C59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 OF DIALYZER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28B0D2-F061-29BB-8F9E-FC568181E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467" y="2521059"/>
            <a:ext cx="950773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Father of the Artificial Kidney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of invention: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1943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 of research: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University of Groningen in Netherland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Dr. Willem Kolff</a:t>
            </a:r>
          </a:p>
        </p:txBody>
      </p:sp>
    </p:spTree>
    <p:extLst>
      <p:ext uri="{BB962C8B-B14F-4D97-AF65-F5344CB8AC3E}">
        <p14:creationId xmlns:p14="http://schemas.microsoft.com/office/powerpoint/2010/main" val="17697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0CA6-B011-9942-0C34-4F4B271D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DIALYZER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5C0F99-6C1B-548B-012C-0D5600E9E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667" y="2368885"/>
            <a:ext cx="1178511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of kidney failure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Acts as an artificial kidney.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Removal of waste products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Removes harmful wastes from the blood.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Removal of excess fluid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Eliminates extra water from the body.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Correction of electrolyte imbalance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Maintains proper mineral levels in the blood.</a:t>
            </a:r>
          </a:p>
        </p:txBody>
      </p:sp>
    </p:spTree>
    <p:extLst>
      <p:ext uri="{BB962C8B-B14F-4D97-AF65-F5344CB8AC3E}">
        <p14:creationId xmlns:p14="http://schemas.microsoft.com/office/powerpoint/2010/main" val="315887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0EF0-8A01-E3C1-B44B-FD4B9776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2082800"/>
            <a:ext cx="8830733" cy="2671763"/>
          </a:xfrm>
        </p:spPr>
        <p:txBody>
          <a:bodyPr>
            <a:normAutofit/>
          </a:bodyPr>
          <a:lstStyle/>
          <a:p>
            <a:r>
              <a:rPr lang="en-US" dirty="0"/>
              <a:t>              </a:t>
            </a:r>
            <a:r>
              <a:rPr lang="en-US" sz="8800" dirty="0"/>
              <a:t>THANK YOU 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9428232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145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   DIALYZER</vt:lpstr>
      <vt:lpstr>                         DIALYZER</vt:lpstr>
      <vt:lpstr>TYPES OF DIALYZER</vt:lpstr>
      <vt:lpstr>INVENTOR OF DIALYZER</vt:lpstr>
      <vt:lpstr>USES OF DIALYZER</vt:lpstr>
      <vt:lpstr>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M</dc:creator>
  <cp:lastModifiedBy>NANDHINI M</cp:lastModifiedBy>
  <cp:revision>1</cp:revision>
  <dcterms:created xsi:type="dcterms:W3CDTF">2026-03-01T11:08:43Z</dcterms:created>
  <dcterms:modified xsi:type="dcterms:W3CDTF">2026-03-01T11:28:00Z</dcterms:modified>
</cp:coreProperties>
</file>